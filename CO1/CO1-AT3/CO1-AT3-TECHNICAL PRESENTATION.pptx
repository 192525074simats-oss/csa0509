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56" r:id="rId3"/>
    <p:sldId id="257" r:id="rId4"/>
    <p:sldId id="258" r:id="rId5"/>
    <p:sldId id="259" r:id="rId6"/>
    <p:sldId id="260" r:id="rId7"/>
    <p:sldId id="263" r:id="rId8"/>
    <p:sldId id="262" r:id="rId9"/>
    <p:sldId id="261" r:id="rId10"/>
    <p:sldId id="264" r:id="rId11"/>
    <p:sldId id="265" r:id="rId12"/>
    <p:sldId id="267" r:id="rId13"/>
    <p:sldId id="266" r:id="rId14"/>
    <p:sldId id="268" r:id="rId15"/>
    <p:sldId id="269" r:id="rId16"/>
    <p:sldId id="272" r:id="rId17"/>
    <p:sldId id="271" r:id="rId18"/>
    <p:sldId id="270" r:id="rId19"/>
    <p:sldId id="274" r:id="rId20"/>
    <p:sldId id="273" r:id="rId21"/>
    <p:sldId id="275" r:id="rId22"/>
    <p:sldId id="276" r:id="rId23"/>
    <p:sldId id="277" r:id="rId24"/>
    <p:sldId id="278" r:id="rId25"/>
    <p:sldId id="280" r:id="rId26"/>
    <p:sldId id="279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2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1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6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7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3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3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6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64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51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9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72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5D5A1-3394-49B6-83CC-FD760AFB3ED8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71601"/>
            <a:ext cx="9144000" cy="12192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CO1-AT3-TECHNICAL PRESENTATION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47800" y="2662535"/>
            <a:ext cx="594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CSA0509 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Database Management Systems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1417" y="3962400"/>
            <a:ext cx="39325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PRESENTED BY :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Shaik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Ayesha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Tabassum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(192525074)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35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4580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Q1. Create and present an ER diagram for an Online Library System, explaining each component clearly.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7205700" y="-19879"/>
            <a:ext cx="19383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27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An </a:t>
            </a:r>
            <a:r>
              <a:rPr lang="en-US" sz="24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Online Library System</a:t>
            </a:r>
            <a:r>
              <a:rPr lang="en-US" sz="24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is a digital system used to manage library activities.</a:t>
            </a:r>
          </a:p>
          <a:p>
            <a:r>
              <a:rPr lang="en-US" sz="24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It stores information about </a:t>
            </a:r>
            <a:r>
              <a:rPr lang="en-US" sz="24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books, members, authors, and librarians</a:t>
            </a:r>
            <a:r>
              <a:rPr lang="en-US" sz="24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. </a:t>
            </a:r>
          </a:p>
          <a:p>
            <a:r>
              <a:rPr lang="en-US" sz="24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It helps users </a:t>
            </a:r>
            <a:r>
              <a:rPr lang="en-US" sz="24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search, borrow, and return books</a:t>
            </a:r>
            <a:r>
              <a:rPr lang="en-US" sz="24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easily. </a:t>
            </a:r>
          </a:p>
          <a:p>
            <a:r>
              <a:rPr lang="en-US" sz="24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ER Diagram</a:t>
            </a:r>
            <a:r>
              <a:rPr lang="en-US" sz="24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shows the entities, attributes, and relationships in the library database.</a:t>
            </a:r>
          </a:p>
          <a:p>
            <a:r>
              <a:rPr lang="en-US" sz="24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The system saves time, reduces paperwork, and makes library management simple and efficient.</a:t>
            </a:r>
            <a:endParaRPr lang="en-US" sz="24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0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ER DIAGRAM</a:t>
            </a:r>
            <a:endParaRPr lang="en-US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47800"/>
            <a:ext cx="6127881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reeform 5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29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COMPONENTS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1"/>
            <a:ext cx="4114800" cy="23622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 smtClean="0">
                <a:latin typeface="Times New Roman" pitchFamily="18" charset="0"/>
                <a:cs typeface="Times New Roman" pitchFamily="18" charset="0"/>
              </a:rPr>
              <a:t>Entities</a:t>
            </a:r>
          </a:p>
          <a:p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Member</a:t>
            </a: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 – Library user. </a:t>
            </a:r>
          </a:p>
          <a:p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Book</a:t>
            </a: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 – Book details. </a:t>
            </a:r>
          </a:p>
          <a:p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Author</a:t>
            </a: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 – Book writer. </a:t>
            </a:r>
          </a:p>
          <a:p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Publisher</a:t>
            </a: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 – Publishes books. </a:t>
            </a:r>
          </a:p>
          <a:p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Loan</a:t>
            </a: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 – Borrow and return records. </a:t>
            </a:r>
          </a:p>
          <a:p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Librarian</a:t>
            </a: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 – Manages library activities. 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8200" y="1828800"/>
            <a:ext cx="4191000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Attributes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Member: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Member_ID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Name, Email, Phone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Book: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Book_ID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Title, ISBN, Category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Author: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Author_ID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Author_Name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Publisher: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Publisher_ID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Publisher_Name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Loan: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Loan_ID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Issue_Date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Due_Date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Return_Date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Librarian: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Librarian_ID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Name, Phone 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3733800"/>
            <a:ext cx="4114800" cy="2416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Relationships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Member → Loan: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Borrows books (1:M)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Book → Loan: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Loan records (1:M)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Author ↔ Book: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Writes books (M:N)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Publisher → Book: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Publishes books (1:M)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Librarian → Loan: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Processes loans (1:M)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2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Easy management of books and members.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Fast book issue and return process.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Reduces paperwork and manual errors.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Maintains accurate borrowing records.</a:t>
            </a:r>
          </a:p>
          <a:p>
            <a:pPr marL="0" indent="0"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                CONCLUSION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Online Library System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makes library management easy and efficient.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ER Diagram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shows the entities, attributes, and relationships clearly.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It helps organize data accurately and reduces duplication. 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Overall, it provides a simple, reliable, and efficient database for library management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98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Q2. Prepare a presentation on the EER model, demonstrating generalization and specialization with a University case study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39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7338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Extended Entity-Relationship (EER) Model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an advanced version of the ER model.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It is used to design complex databases.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EER model includes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Generalization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Specialization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Inheritance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helps organize data efficiently and reduces duplication.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a University system,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divided into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83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217" y="990600"/>
            <a:ext cx="8229600" cy="1143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UNIVERSITY CASE STUDY: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86000"/>
            <a:ext cx="64008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reeform 4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29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COMPONENTS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Superclass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:Common entity that stores shared information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Subclasses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– Stores student details.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– Stores faculty details.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– Stores staff details.</a:t>
            </a:r>
          </a:p>
          <a:p>
            <a:pPr marL="0" indent="0">
              <a:buNone/>
            </a:pP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Generalization</a:t>
            </a:r>
          </a:p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Combines similar entities into one </a:t>
            </a: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Superclass (Person)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Specialization</a:t>
            </a:r>
          </a:p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Divides </a:t>
            </a: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into </a:t>
            </a: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based on their roles. </a:t>
            </a:r>
          </a:p>
          <a:p>
            <a:pPr marL="0" indent="0">
              <a:buNone/>
            </a:pP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Inheritance</a:t>
            </a:r>
          </a:p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Student, Faculty, and Staff inherit common attributes from </a:t>
            </a: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Person</a:t>
            </a:r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82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92500"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Reduces data duplication.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Organizes data in a better way.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Represents real-world situations clearly.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Makes the database easy to manage.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Improves database design and maintenance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4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                CONCLUSION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EER Model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is an advanced version of the ER model.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Generalization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Specialization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to organize data efficiently.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reduces data redundancy and improves database structure.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 the University case study,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is divided into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Overall, the EER model helps create a simple, efficient, and well-organized database. </a:t>
            </a:r>
          </a:p>
          <a:p>
            <a:pPr marL="0" indent="0">
              <a:buNone/>
            </a:pP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41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Q3. Present the concept of data independence (logical and physical) and its significance in DBMS architecture.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0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Data independence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is the ability to change the database structure without affecting application programs.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It is an important feature of a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Database Management System (DBMS)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It separates the data from the application programs.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two types of data independence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: Logical and Physical.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It improves database flexibility, maintenance, and performance. 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46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43" y="685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TYPES OF DATA INDEPENDENCE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828800"/>
            <a:ext cx="3336964" cy="3666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0" y="1676400"/>
            <a:ext cx="5029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Logical Data Independence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Ability to change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logical structure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without affecting user applications.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Adding a new column 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to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table.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Existing programs continue to work without modification.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Physical Data Independence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Ability to change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physical storage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without affecting the logical structure.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Creating an index to improve search speed.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Changing file organization or storage device. </a:t>
            </a:r>
          </a:p>
          <a:p>
            <a:endParaRPr lang="en-US" dirty="0"/>
          </a:p>
        </p:txBody>
      </p:sp>
      <p:sp>
        <p:nvSpPr>
          <p:cNvPr id="9" name="Freeform 8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06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0"/>
            <a:ext cx="8229600" cy="1143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ADVANTAGES &amp;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3962400" cy="2133600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Reduces maintenance cost.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Improves database security.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Increases flexibility.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Allows easy database updates.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Enhances system performance. 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95800" y="1981200"/>
            <a:ext cx="4343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independence is an important feature of DBMS.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separates applications from the database structure.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Logical data independence protects applications from logical changes.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Physical data independence protects applications from storage changes.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Overall, it makes the database more flexible, efficient, and easy to maintain.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87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Q4. Deliver a technical presentation on the software components of a DBMS, explaining query processor, storage manager, and transaction manager.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8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Database Management System (DBMS)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is software used to store, manage, and retrieve data.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It helps users access data quickly and securely.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 DBMS consists of different software components that work together.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main components are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Query Processor, Storage Manager, and Transaction Manager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These components improve the performance, security, and reliability of the database. 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60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COMPONENTS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038600" cy="26670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Query Processor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Accepts SQL queries from users.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Checks the query for errors.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Optimizes the query.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Executes the query efficiently.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800600" y="2209799"/>
            <a:ext cx="40386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Storage Manager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Stores and retrieves data from the database.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Manages files, indexes, and memory.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Organizes data for faster access</a:t>
            </a:r>
            <a:r>
              <a:rPr lang="en-U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4114799"/>
            <a:ext cx="44196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Transaction Manager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Controls database transactions.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Maintains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ACID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properties.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Prevents data loss and inconsistency.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Handles commit and rollback operations.</a:t>
            </a:r>
          </a:p>
          <a:p>
            <a:endParaRPr lang="en-US" dirty="0"/>
          </a:p>
        </p:txBody>
      </p:sp>
      <p:sp>
        <p:nvSpPr>
          <p:cNvPr id="7" name="Freeform 6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31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229600" cy="1143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WORK FLOW &amp; DIAGRAM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4419600" cy="40687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User sends an SQL query.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Query Processor checks and executes the query.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Transaction Manager manages the transaction safely.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Storage Manager accesses the required data.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result is returned to the user. 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209800"/>
            <a:ext cx="28956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reeform 4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39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Query Processor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processes SQL queries.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Storage Manager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manages data storage and retrieval.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Transaction Manager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ensures safe and reliable transactions.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three components work together for efficient database management.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make the DBMS fast, secure, and reliable. 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44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Q5.Prepare a presentation comparing strong and weak entities in ER modeling with real-world examples.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93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Entity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an object or thing that stores data in a database.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two types of entities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Strong Entity and Weak Entity.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Strong Entity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has its own primary key.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Weak Entity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depends on a strong entity for identification.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ER modeling uses both entities to represent real-world data accurately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85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Comparison Table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0892819"/>
              </p:ext>
            </p:extLst>
          </p:nvPr>
        </p:nvGraphicFramePr>
        <p:xfrm>
          <a:off x="457200" y="2057400"/>
          <a:ext cx="8229600" cy="42062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Strong 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Weak Entity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Has its own 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Does not have its own Primary Key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Exists independently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Depends on a Strong Entity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Represented by a single rectangle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Represented by a double rectangle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Primary key uniquely identifies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Uses a partial key with the owner's key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Example: Student, 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Example: Dependent, Order Item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Freeform 4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31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COMPONENTS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Strong Entity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Exists independently.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Has its own Primary Key.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Example: Student, Employee, Book. </a:t>
            </a:r>
          </a:p>
          <a:p>
            <a:pPr marL="0" indent="0"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Weak Entity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Depends on a Strong Entity.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Does not have a complete Primary Key.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Example: Dependent, Order Item. </a:t>
            </a:r>
          </a:p>
          <a:p>
            <a:pPr marL="0" indent="0"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Relationship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Strong Entity identifies the Weak Entity. 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The Weak Entity cannot exist without the Strong Entity.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55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591" y="9144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STRONG &amp; WEAK ENTITIES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133600"/>
            <a:ext cx="56388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reeform 4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29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Strong Entity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has its own primary key and exists independently.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Weak Entity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depends on a strong entity for identification.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Both entities help represent real-world scenarios correctly.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improve the accuracy and organization of database design.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ER modeling makes databases simple, efficient, and reliable. 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6" y="13254"/>
            <a:ext cx="1520483" cy="1282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3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1292</Words>
  <Application>Microsoft Office PowerPoint</Application>
  <PresentationFormat>On-screen Show (4:3)</PresentationFormat>
  <Paragraphs>178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CO1-AT3-TECHNICAL PRESENTATION</vt:lpstr>
      <vt:lpstr>Q1. Create and present an ER diagram for an Online Library System, explaining each component clearly. </vt:lpstr>
      <vt:lpstr>INTRODUCTION</vt:lpstr>
      <vt:lpstr>ER DIAGRAM</vt:lpstr>
      <vt:lpstr>COMPONENTS</vt:lpstr>
      <vt:lpstr>ADVANTAGES</vt:lpstr>
      <vt:lpstr>Q2. Prepare a presentation on the EER model, demonstrating generalization and specialization with a University case study. </vt:lpstr>
      <vt:lpstr>INTRODUCTION</vt:lpstr>
      <vt:lpstr>UNIVERSITY CASE STUDY:</vt:lpstr>
      <vt:lpstr>COMPONENTS</vt:lpstr>
      <vt:lpstr>ADVANTAGES</vt:lpstr>
      <vt:lpstr>Q3. Present the concept of data independence (logical and physical) and its significance in DBMS architecture. </vt:lpstr>
      <vt:lpstr>INTRODUCTION</vt:lpstr>
      <vt:lpstr>TYPES OF DATA INDEPENDENCE</vt:lpstr>
      <vt:lpstr>ADVANTAGES &amp; CONCLUSION</vt:lpstr>
      <vt:lpstr>Q4. Deliver a technical presentation on the software components of a DBMS, explaining query processor, storage manager, and transaction manager.</vt:lpstr>
      <vt:lpstr>INTRODUCTION</vt:lpstr>
      <vt:lpstr>COMPONENTS</vt:lpstr>
      <vt:lpstr>WORK FLOW &amp; DIAGRAM</vt:lpstr>
      <vt:lpstr>CONCLUSION</vt:lpstr>
      <vt:lpstr>Q5.Prepare a presentation comparing strong and weak entities in ER modeling with real-world examples.</vt:lpstr>
      <vt:lpstr>INTRODUCTION</vt:lpstr>
      <vt:lpstr>Comparison Table</vt:lpstr>
      <vt:lpstr>COMPONENTS</vt:lpstr>
      <vt:lpstr>STRONG &amp; WEAK ENTITIES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13</cp:revision>
  <dcterms:created xsi:type="dcterms:W3CDTF">2026-07-18T15:15:20Z</dcterms:created>
  <dcterms:modified xsi:type="dcterms:W3CDTF">2026-07-18T17:31:39Z</dcterms:modified>
</cp:coreProperties>
</file>